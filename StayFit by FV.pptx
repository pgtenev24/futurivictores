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</p:sldIdLst>
  <p:sldSz cx="18288000" cy="10287000"/>
  <p:notesSz cx="6858000" cy="9144000"/>
  <p:embeddedFontLst>
    <p:embeddedFont>
      <p:font typeface="Funtastic" panose="020B0604020202020204" charset="0"/>
      <p:regular r:id="rId7"/>
    </p:embeddedFont>
    <p:embeddedFont>
      <p:font typeface="HK Grotesk" panose="020B060402020202020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44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jpe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svg"/><Relationship Id="rId17" Type="http://schemas.openxmlformats.org/officeDocument/2006/relationships/image" Target="../media/image33.png"/><Relationship Id="rId2" Type="http://schemas.openxmlformats.org/officeDocument/2006/relationships/image" Target="../media/image1.jpe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Relationship Id="rId14" Type="http://schemas.openxmlformats.org/officeDocument/2006/relationships/image" Target="../media/image30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10" Type="http://schemas.openxmlformats.org/officeDocument/2006/relationships/image" Target="../media/image41.svg"/><Relationship Id="rId4" Type="http://schemas.openxmlformats.org/officeDocument/2006/relationships/image" Target="../media/image35.svg"/><Relationship Id="rId9" Type="http://schemas.openxmlformats.org/officeDocument/2006/relationships/image" Target="../media/image4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13" Type="http://schemas.openxmlformats.org/officeDocument/2006/relationships/image" Target="../media/image29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sv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svg"/><Relationship Id="rId4" Type="http://schemas.openxmlformats.org/officeDocument/2006/relationships/image" Target="../media/image43.svg"/><Relationship Id="rId9" Type="http://schemas.openxmlformats.org/officeDocument/2006/relationships/image" Target="../media/image48.png"/><Relationship Id="rId14" Type="http://schemas.openxmlformats.org/officeDocument/2006/relationships/image" Target="../media/image3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13" Type="http://schemas.openxmlformats.org/officeDocument/2006/relationships/image" Target="../media/image29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12" Type="http://schemas.openxmlformats.org/officeDocument/2006/relationships/image" Target="../media/image61.svg"/><Relationship Id="rId2" Type="http://schemas.openxmlformats.org/officeDocument/2006/relationships/image" Target="../media/image1.jpeg"/><Relationship Id="rId16" Type="http://schemas.openxmlformats.org/officeDocument/2006/relationships/image" Target="../media/image6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sv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5" Type="http://schemas.openxmlformats.org/officeDocument/2006/relationships/image" Target="../media/image62.png"/><Relationship Id="rId10" Type="http://schemas.openxmlformats.org/officeDocument/2006/relationships/image" Target="../media/image59.svg"/><Relationship Id="rId4" Type="http://schemas.openxmlformats.org/officeDocument/2006/relationships/image" Target="../media/image53.svg"/><Relationship Id="rId9" Type="http://schemas.openxmlformats.org/officeDocument/2006/relationships/image" Target="../media/image58.png"/><Relationship Id="rId14" Type="http://schemas.openxmlformats.org/officeDocument/2006/relationships/image" Target="../media/image3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882747" y="-2389840"/>
            <a:ext cx="10110783" cy="6256047"/>
          </a:xfrm>
          <a:custGeom>
            <a:avLst/>
            <a:gdLst/>
            <a:ahLst/>
            <a:cxnLst/>
            <a:rect l="l" t="t" r="r" b="b"/>
            <a:pathLst>
              <a:path w="10110783" h="6256047">
                <a:moveTo>
                  <a:pt x="0" y="0"/>
                </a:moveTo>
                <a:lnTo>
                  <a:pt x="10110783" y="0"/>
                </a:lnTo>
                <a:lnTo>
                  <a:pt x="10110783" y="6256048"/>
                </a:lnTo>
                <a:lnTo>
                  <a:pt x="0" y="62560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251303" y="3927333"/>
            <a:ext cx="7141798" cy="7115016"/>
          </a:xfrm>
          <a:custGeom>
            <a:avLst/>
            <a:gdLst/>
            <a:ahLst/>
            <a:cxnLst/>
            <a:rect l="l" t="t" r="r" b="b"/>
            <a:pathLst>
              <a:path w="7141798" h="7115016">
                <a:moveTo>
                  <a:pt x="0" y="0"/>
                </a:moveTo>
                <a:lnTo>
                  <a:pt x="7141798" y="0"/>
                </a:lnTo>
                <a:lnTo>
                  <a:pt x="7141798" y="7115016"/>
                </a:lnTo>
                <a:lnTo>
                  <a:pt x="0" y="71150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43789">
            <a:off x="1025580" y="622473"/>
            <a:ext cx="16230600" cy="9048559"/>
          </a:xfrm>
          <a:custGeom>
            <a:avLst/>
            <a:gdLst/>
            <a:ahLst/>
            <a:cxnLst/>
            <a:rect l="l" t="t" r="r" b="b"/>
            <a:pathLst>
              <a:path w="16230600" h="9048559">
                <a:moveTo>
                  <a:pt x="0" y="0"/>
                </a:moveTo>
                <a:lnTo>
                  <a:pt x="16230600" y="0"/>
                </a:lnTo>
                <a:lnTo>
                  <a:pt x="16230600" y="9048560"/>
                </a:lnTo>
                <a:lnTo>
                  <a:pt x="0" y="90485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599515">
            <a:off x="13450669" y="6524147"/>
            <a:ext cx="5481981" cy="4570602"/>
          </a:xfrm>
          <a:custGeom>
            <a:avLst/>
            <a:gdLst/>
            <a:ahLst/>
            <a:cxnLst/>
            <a:rect l="l" t="t" r="r" b="b"/>
            <a:pathLst>
              <a:path w="5481981" h="4570602">
                <a:moveTo>
                  <a:pt x="0" y="0"/>
                </a:moveTo>
                <a:lnTo>
                  <a:pt x="5481981" y="0"/>
                </a:lnTo>
                <a:lnTo>
                  <a:pt x="5481981" y="4570602"/>
                </a:lnTo>
                <a:lnTo>
                  <a:pt x="0" y="457060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504788" y="5712901"/>
            <a:ext cx="4721650" cy="4574099"/>
          </a:xfrm>
          <a:custGeom>
            <a:avLst/>
            <a:gdLst/>
            <a:ahLst/>
            <a:cxnLst/>
            <a:rect l="l" t="t" r="r" b="b"/>
            <a:pathLst>
              <a:path w="4721650" h="4574099">
                <a:moveTo>
                  <a:pt x="0" y="0"/>
                </a:moveTo>
                <a:lnTo>
                  <a:pt x="4721651" y="0"/>
                </a:lnTo>
                <a:lnTo>
                  <a:pt x="4721651" y="4574099"/>
                </a:lnTo>
                <a:lnTo>
                  <a:pt x="0" y="457409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345261" y="535400"/>
            <a:ext cx="2771036" cy="2649803"/>
          </a:xfrm>
          <a:custGeom>
            <a:avLst/>
            <a:gdLst/>
            <a:ahLst/>
            <a:cxnLst/>
            <a:rect l="l" t="t" r="r" b="b"/>
            <a:pathLst>
              <a:path w="2771036" h="2649803">
                <a:moveTo>
                  <a:pt x="0" y="0"/>
                </a:moveTo>
                <a:lnTo>
                  <a:pt x="2771036" y="0"/>
                </a:lnTo>
                <a:lnTo>
                  <a:pt x="2771036" y="2649804"/>
                </a:lnTo>
                <a:lnTo>
                  <a:pt x="0" y="264980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918024">
            <a:off x="16008290" y="316930"/>
            <a:ext cx="1583621" cy="3619706"/>
          </a:xfrm>
          <a:custGeom>
            <a:avLst/>
            <a:gdLst/>
            <a:ahLst/>
            <a:cxnLst/>
            <a:rect l="l" t="t" r="r" b="b"/>
            <a:pathLst>
              <a:path w="1583621" h="3619706">
                <a:moveTo>
                  <a:pt x="0" y="0"/>
                </a:moveTo>
                <a:lnTo>
                  <a:pt x="1583621" y="0"/>
                </a:lnTo>
                <a:lnTo>
                  <a:pt x="1583621" y="3619706"/>
                </a:lnTo>
                <a:lnTo>
                  <a:pt x="0" y="361970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2040320" y="2773011"/>
            <a:ext cx="14207360" cy="4747483"/>
            <a:chOff x="0" y="0"/>
            <a:chExt cx="18943146" cy="6329977"/>
          </a:xfrm>
        </p:grpSpPr>
        <p:sp>
          <p:nvSpPr>
            <p:cNvPr id="11" name="Freeform 11"/>
            <p:cNvSpPr/>
            <p:nvPr/>
          </p:nvSpPr>
          <p:spPr>
            <a:xfrm>
              <a:off x="12010259" y="5196438"/>
              <a:ext cx="2251417" cy="458726"/>
            </a:xfrm>
            <a:custGeom>
              <a:avLst/>
              <a:gdLst/>
              <a:ahLst/>
              <a:cxnLst/>
              <a:rect l="l" t="t" r="r" b="b"/>
              <a:pathLst>
                <a:path w="2251417" h="458726">
                  <a:moveTo>
                    <a:pt x="0" y="0"/>
                  </a:moveTo>
                  <a:lnTo>
                    <a:pt x="2251417" y="0"/>
                  </a:lnTo>
                  <a:lnTo>
                    <a:pt x="2251417" y="458726"/>
                  </a:lnTo>
                  <a:lnTo>
                    <a:pt x="0" y="4587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0"/>
              <a:ext cx="18943146" cy="6329977"/>
            </a:xfrm>
            <a:custGeom>
              <a:avLst/>
              <a:gdLst/>
              <a:ahLst/>
              <a:cxnLst/>
              <a:rect l="l" t="t" r="r" b="b"/>
              <a:pathLst>
                <a:path w="18943146" h="6329977">
                  <a:moveTo>
                    <a:pt x="0" y="0"/>
                  </a:moveTo>
                  <a:lnTo>
                    <a:pt x="18943146" y="0"/>
                  </a:lnTo>
                  <a:lnTo>
                    <a:pt x="18943146" y="6329977"/>
                  </a:lnTo>
                  <a:lnTo>
                    <a:pt x="0" y="632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t="-92197" b="-10706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cmd cmd="playFrom(0.0)">
              <p:cBhvr>
                <p:cTn id="2"/>
                <p:tgtEl>
                  <p:spTgt spid="13"/>
                </p:tgtEl>
              </p:cBhvr>
            </p:cmd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5358109"/>
            <a:ext cx="5891281" cy="5891281"/>
          </a:xfrm>
          <a:custGeom>
            <a:avLst/>
            <a:gdLst/>
            <a:ahLst/>
            <a:cxnLst/>
            <a:rect l="l" t="t" r="r" b="b"/>
            <a:pathLst>
              <a:path w="5891281" h="5891281">
                <a:moveTo>
                  <a:pt x="0" y="0"/>
                </a:moveTo>
                <a:lnTo>
                  <a:pt x="5891281" y="0"/>
                </a:lnTo>
                <a:lnTo>
                  <a:pt x="5891281" y="5891281"/>
                </a:lnTo>
                <a:lnTo>
                  <a:pt x="0" y="58912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4474536" y="-1455112"/>
            <a:ext cx="4531341" cy="5628995"/>
          </a:xfrm>
          <a:custGeom>
            <a:avLst/>
            <a:gdLst/>
            <a:ahLst/>
            <a:cxnLst/>
            <a:rect l="l" t="t" r="r" b="b"/>
            <a:pathLst>
              <a:path w="4531341" h="5628995">
                <a:moveTo>
                  <a:pt x="0" y="0"/>
                </a:moveTo>
                <a:lnTo>
                  <a:pt x="4531341" y="0"/>
                </a:lnTo>
                <a:lnTo>
                  <a:pt x="4531341" y="5628995"/>
                </a:lnTo>
                <a:lnTo>
                  <a:pt x="0" y="56289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95177">
            <a:off x="720206" y="866123"/>
            <a:ext cx="17152389" cy="8554754"/>
          </a:xfrm>
          <a:custGeom>
            <a:avLst/>
            <a:gdLst/>
            <a:ahLst/>
            <a:cxnLst/>
            <a:rect l="l" t="t" r="r" b="b"/>
            <a:pathLst>
              <a:path w="17152389" h="8554754">
                <a:moveTo>
                  <a:pt x="0" y="0"/>
                </a:moveTo>
                <a:lnTo>
                  <a:pt x="17152388" y="0"/>
                </a:lnTo>
                <a:lnTo>
                  <a:pt x="17152388" y="8554754"/>
                </a:lnTo>
                <a:lnTo>
                  <a:pt x="0" y="85547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1495836">
            <a:off x="15381559" y="3415973"/>
            <a:ext cx="1896148" cy="331826"/>
          </a:xfrm>
          <a:custGeom>
            <a:avLst/>
            <a:gdLst/>
            <a:ahLst/>
            <a:cxnLst/>
            <a:rect l="l" t="t" r="r" b="b"/>
            <a:pathLst>
              <a:path w="1896148" h="331826">
                <a:moveTo>
                  <a:pt x="0" y="0"/>
                </a:moveTo>
                <a:lnTo>
                  <a:pt x="1896148" y="0"/>
                </a:lnTo>
                <a:lnTo>
                  <a:pt x="1896148" y="331826"/>
                </a:lnTo>
                <a:lnTo>
                  <a:pt x="0" y="33182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2121229" y="3242778"/>
            <a:ext cx="14045543" cy="5060971"/>
            <a:chOff x="0" y="0"/>
            <a:chExt cx="18727390" cy="6747961"/>
          </a:xfrm>
        </p:grpSpPr>
        <p:sp>
          <p:nvSpPr>
            <p:cNvPr id="8" name="Freeform 8"/>
            <p:cNvSpPr/>
            <p:nvPr/>
          </p:nvSpPr>
          <p:spPr>
            <a:xfrm>
              <a:off x="284124" y="0"/>
              <a:ext cx="5206127" cy="5193112"/>
            </a:xfrm>
            <a:custGeom>
              <a:avLst/>
              <a:gdLst/>
              <a:ahLst/>
              <a:cxnLst/>
              <a:rect l="l" t="t" r="r" b="b"/>
              <a:pathLst>
                <a:path w="5206127" h="5193112">
                  <a:moveTo>
                    <a:pt x="0" y="0"/>
                  </a:moveTo>
                  <a:lnTo>
                    <a:pt x="5206128" y="0"/>
                  </a:lnTo>
                  <a:lnTo>
                    <a:pt x="5206128" y="5193112"/>
                  </a:lnTo>
                  <a:lnTo>
                    <a:pt x="0" y="5193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6811050" y="0"/>
              <a:ext cx="5206127" cy="5193112"/>
            </a:xfrm>
            <a:custGeom>
              <a:avLst/>
              <a:gdLst/>
              <a:ahLst/>
              <a:cxnLst/>
              <a:rect l="l" t="t" r="r" b="b"/>
              <a:pathLst>
                <a:path w="5206127" h="5193112">
                  <a:moveTo>
                    <a:pt x="0" y="0"/>
                  </a:moveTo>
                  <a:lnTo>
                    <a:pt x="5206127" y="0"/>
                  </a:lnTo>
                  <a:lnTo>
                    <a:pt x="5206127" y="5193112"/>
                  </a:lnTo>
                  <a:lnTo>
                    <a:pt x="0" y="5193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13341634" y="0"/>
              <a:ext cx="5206127" cy="5193112"/>
            </a:xfrm>
            <a:custGeom>
              <a:avLst/>
              <a:gdLst/>
              <a:ahLst/>
              <a:cxnLst/>
              <a:rect l="l" t="t" r="r" b="b"/>
              <a:pathLst>
                <a:path w="5206127" h="5193112">
                  <a:moveTo>
                    <a:pt x="0" y="0"/>
                  </a:moveTo>
                  <a:lnTo>
                    <a:pt x="5206128" y="0"/>
                  </a:lnTo>
                  <a:lnTo>
                    <a:pt x="5206128" y="5193112"/>
                  </a:lnTo>
                  <a:lnTo>
                    <a:pt x="0" y="5193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5563263"/>
              <a:ext cx="5774376" cy="6512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00"/>
                </a:lnSpc>
              </a:pPr>
              <a:r>
                <a:rPr lang="en-US" sz="3200">
                  <a:solidFill>
                    <a:srgbClr val="204A2C"/>
                  </a:solidFill>
                  <a:latin typeface="Funtastic"/>
                  <a:ea typeface="Funtastic"/>
                  <a:cs typeface="Funtastic"/>
                  <a:sym typeface="Funtastic"/>
                </a:rPr>
                <a:t>Presyan Tenev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809221" y="5563263"/>
              <a:ext cx="5209785" cy="11846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00"/>
                </a:lnSpc>
              </a:pPr>
              <a:r>
                <a:rPr lang="en-US" sz="3200">
                  <a:solidFill>
                    <a:srgbClr val="204A2C"/>
                  </a:solidFill>
                  <a:latin typeface="Funtastic"/>
                  <a:ea typeface="Funtastic"/>
                  <a:cs typeface="Funtastic"/>
                  <a:sym typeface="Funtastic"/>
                </a:rPr>
                <a:t>Alexander Dyanov</a:t>
              </a:r>
            </a:p>
            <a:p>
              <a:pPr algn="ctr">
                <a:lnSpc>
                  <a:spcPts val="3200"/>
                </a:lnSpc>
              </a:pPr>
              <a:endParaRPr lang="en-US" sz="3200">
                <a:solidFill>
                  <a:srgbClr val="204A2C"/>
                </a:solidFill>
                <a:latin typeface="Funtastic"/>
                <a:ea typeface="Funtastic"/>
                <a:cs typeface="Funtastic"/>
                <a:sym typeface="Funtastic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162006" y="5563263"/>
              <a:ext cx="5565385" cy="6512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00"/>
                </a:lnSpc>
              </a:pPr>
              <a:r>
                <a:rPr lang="en-US" sz="3200">
                  <a:solidFill>
                    <a:srgbClr val="204A2C"/>
                  </a:solidFill>
                  <a:latin typeface="Funtastic"/>
                  <a:ea typeface="Funtastic"/>
                  <a:cs typeface="Funtastic"/>
                  <a:sym typeface="Funtastic"/>
                </a:rPr>
                <a:t>Vilian Ivanov</a:t>
              </a:r>
            </a:p>
          </p:txBody>
        </p:sp>
      </p:grpSp>
      <p:sp>
        <p:nvSpPr>
          <p:cNvPr id="14" name="Freeform 14"/>
          <p:cNvSpPr/>
          <p:nvPr/>
        </p:nvSpPr>
        <p:spPr>
          <a:xfrm rot="-950398">
            <a:off x="2218655" y="1283687"/>
            <a:ext cx="456727" cy="777408"/>
          </a:xfrm>
          <a:custGeom>
            <a:avLst/>
            <a:gdLst/>
            <a:ahLst/>
            <a:cxnLst/>
            <a:rect l="l" t="t" r="r" b="b"/>
            <a:pathLst>
              <a:path w="456727" h="777408">
                <a:moveTo>
                  <a:pt x="0" y="0"/>
                </a:moveTo>
                <a:lnTo>
                  <a:pt x="456727" y="0"/>
                </a:lnTo>
                <a:lnTo>
                  <a:pt x="456727" y="777407"/>
                </a:lnTo>
                <a:lnTo>
                  <a:pt x="0" y="77740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7588287" y="3881884"/>
            <a:ext cx="3111427" cy="2952449"/>
          </a:xfrm>
          <a:custGeom>
            <a:avLst/>
            <a:gdLst/>
            <a:ahLst/>
            <a:cxnLst/>
            <a:rect l="l" t="t" r="r" b="b"/>
            <a:pathLst>
              <a:path w="3111427" h="2952449">
                <a:moveTo>
                  <a:pt x="0" y="0"/>
                </a:moveTo>
                <a:lnTo>
                  <a:pt x="3111426" y="0"/>
                </a:lnTo>
                <a:lnTo>
                  <a:pt x="3111426" y="2952449"/>
                </a:lnTo>
                <a:lnTo>
                  <a:pt x="0" y="295244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2509463" y="3994836"/>
            <a:ext cx="3087179" cy="2839497"/>
          </a:xfrm>
          <a:custGeom>
            <a:avLst/>
            <a:gdLst/>
            <a:ahLst/>
            <a:cxnLst/>
            <a:rect l="l" t="t" r="r" b="b"/>
            <a:pathLst>
              <a:path w="3087179" h="2839497">
                <a:moveTo>
                  <a:pt x="0" y="0"/>
                </a:moveTo>
                <a:lnTo>
                  <a:pt x="3087180" y="0"/>
                </a:lnTo>
                <a:lnTo>
                  <a:pt x="3087180" y="2839497"/>
                </a:lnTo>
                <a:lnTo>
                  <a:pt x="0" y="283949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2711834" y="3938360"/>
            <a:ext cx="3066703" cy="2676592"/>
          </a:xfrm>
          <a:custGeom>
            <a:avLst/>
            <a:gdLst/>
            <a:ahLst/>
            <a:cxnLst/>
            <a:rect l="l" t="t" r="r" b="b"/>
            <a:pathLst>
              <a:path w="3066703" h="2676592">
                <a:moveTo>
                  <a:pt x="0" y="0"/>
                </a:moveTo>
                <a:lnTo>
                  <a:pt x="3066703" y="0"/>
                </a:lnTo>
                <a:lnTo>
                  <a:pt x="3066703" y="2676592"/>
                </a:lnTo>
                <a:lnTo>
                  <a:pt x="0" y="267659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3585137" y="1340336"/>
            <a:ext cx="11117726" cy="1231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204A2C"/>
                </a:solidFill>
                <a:latin typeface="Funtastic"/>
                <a:ea typeface="Funtastic"/>
                <a:cs typeface="Funtastic"/>
                <a:sym typeface="Funtastic"/>
              </a:rPr>
              <a:t>Our Team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2119016" y="-420208"/>
            <a:ext cx="7451701" cy="7613488"/>
          </a:xfrm>
          <a:custGeom>
            <a:avLst/>
            <a:gdLst/>
            <a:ahLst/>
            <a:cxnLst/>
            <a:rect l="l" t="t" r="r" b="b"/>
            <a:pathLst>
              <a:path w="7451701" h="7613488">
                <a:moveTo>
                  <a:pt x="0" y="0"/>
                </a:moveTo>
                <a:lnTo>
                  <a:pt x="7451701" y="0"/>
                </a:lnTo>
                <a:lnTo>
                  <a:pt x="7451701" y="7613488"/>
                </a:lnTo>
                <a:lnTo>
                  <a:pt x="0" y="76134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2420714" y="3386536"/>
            <a:ext cx="5618539" cy="4185812"/>
          </a:xfrm>
          <a:custGeom>
            <a:avLst/>
            <a:gdLst/>
            <a:ahLst/>
            <a:cxnLst/>
            <a:rect l="l" t="t" r="r" b="b"/>
            <a:pathLst>
              <a:path w="5618539" h="4185812">
                <a:moveTo>
                  <a:pt x="0" y="0"/>
                </a:moveTo>
                <a:lnTo>
                  <a:pt x="5618539" y="0"/>
                </a:lnTo>
                <a:lnTo>
                  <a:pt x="5618539" y="4185812"/>
                </a:lnTo>
                <a:lnTo>
                  <a:pt x="0" y="41858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92190">
            <a:off x="1028700" y="1243911"/>
            <a:ext cx="16230600" cy="13309092"/>
          </a:xfrm>
          <a:custGeom>
            <a:avLst/>
            <a:gdLst/>
            <a:ahLst/>
            <a:cxnLst/>
            <a:rect l="l" t="t" r="r" b="b"/>
            <a:pathLst>
              <a:path w="16230600" h="13309092">
                <a:moveTo>
                  <a:pt x="0" y="0"/>
                </a:moveTo>
                <a:lnTo>
                  <a:pt x="16230600" y="0"/>
                </a:lnTo>
                <a:lnTo>
                  <a:pt x="16230600" y="13309092"/>
                </a:lnTo>
                <a:lnTo>
                  <a:pt x="0" y="1330909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849577" y="5614804"/>
            <a:ext cx="819445" cy="835103"/>
          </a:xfrm>
          <a:custGeom>
            <a:avLst/>
            <a:gdLst/>
            <a:ahLst/>
            <a:cxnLst/>
            <a:rect l="l" t="t" r="r" b="b"/>
            <a:pathLst>
              <a:path w="819445" h="835103">
                <a:moveTo>
                  <a:pt x="0" y="0"/>
                </a:moveTo>
                <a:lnTo>
                  <a:pt x="819446" y="0"/>
                </a:lnTo>
                <a:lnTo>
                  <a:pt x="819446" y="835104"/>
                </a:lnTo>
                <a:lnTo>
                  <a:pt x="0" y="8351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812055" y="2335004"/>
            <a:ext cx="14663890" cy="1231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204A2C"/>
                </a:solidFill>
                <a:latin typeface="Funtastic"/>
                <a:ea typeface="Funtastic"/>
                <a:cs typeface="Funtastic"/>
                <a:sym typeface="Funtastic"/>
              </a:rPr>
              <a:t>Why do most people quit?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219474" y="4455655"/>
            <a:ext cx="3849052" cy="68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72"/>
              </a:lnSpc>
            </a:pPr>
            <a:r>
              <a:rPr lang="en-US" sz="4572">
                <a:solidFill>
                  <a:srgbClr val="204A2C"/>
                </a:solidFill>
                <a:latin typeface="Funtastic"/>
                <a:ea typeface="Funtastic"/>
                <a:cs typeface="Funtastic"/>
                <a:sym typeface="Funtastic"/>
              </a:rPr>
              <a:t>Inconsistency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119016" y="4526815"/>
            <a:ext cx="4689839" cy="68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72"/>
              </a:lnSpc>
            </a:pPr>
            <a:r>
              <a:rPr lang="en-US" sz="4572">
                <a:solidFill>
                  <a:srgbClr val="204A2C"/>
                </a:solidFill>
                <a:latin typeface="Funtastic"/>
                <a:ea typeface="Funtastic"/>
                <a:cs typeface="Funtastic"/>
                <a:sym typeface="Funtastic"/>
              </a:rPr>
              <a:t>No Engagement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02174" y="4526815"/>
            <a:ext cx="5250363" cy="68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72"/>
              </a:lnSpc>
            </a:pPr>
            <a:r>
              <a:rPr lang="en-US" sz="4572">
                <a:solidFill>
                  <a:srgbClr val="204A2C"/>
                </a:solidFill>
                <a:latin typeface="Funtastic"/>
                <a:ea typeface="Funtastic"/>
                <a:cs typeface="Funtastic"/>
                <a:sym typeface="Funtastic"/>
              </a:rPr>
              <a:t>No Motivation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62758" y="5941437"/>
            <a:ext cx="3929194" cy="2427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01"/>
              </a:lnSpc>
            </a:pPr>
            <a:r>
              <a:rPr lang="en-US" sz="3429">
                <a:solidFill>
                  <a:srgbClr val="204A2C"/>
                </a:solidFill>
                <a:latin typeface="HK Grotesk"/>
                <a:ea typeface="HK Grotesk"/>
                <a:cs typeface="HK Grotesk"/>
                <a:sym typeface="HK Grotesk"/>
              </a:rPr>
              <a:t>Generic apps offer no reward for effort. Users lose interest and drop off fast.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98485" y="5941437"/>
            <a:ext cx="4491031" cy="3037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01"/>
              </a:lnSpc>
            </a:pPr>
            <a:r>
              <a:rPr lang="en-US" sz="3429">
                <a:solidFill>
                  <a:srgbClr val="204A2C"/>
                </a:solidFill>
                <a:latin typeface="HK Grotesk"/>
                <a:ea typeface="HK Grotesk"/>
                <a:cs typeface="HK Grotesk"/>
                <a:sym typeface="HK Grotesk"/>
              </a:rPr>
              <a:t>Without daily structure or streaks, people skip days and eventually stop.</a:t>
            </a:r>
          </a:p>
          <a:p>
            <a:pPr algn="just">
              <a:lnSpc>
                <a:spcPts val="4801"/>
              </a:lnSpc>
            </a:pPr>
            <a:endParaRPr lang="en-US" sz="3429">
              <a:solidFill>
                <a:srgbClr val="204A2C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105494" y="5956156"/>
            <a:ext cx="4716882" cy="2427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01"/>
              </a:lnSpc>
            </a:pPr>
            <a:r>
              <a:rPr lang="en-US" sz="3429">
                <a:solidFill>
                  <a:srgbClr val="204A2C"/>
                </a:solidFill>
                <a:latin typeface="HK Grotesk"/>
                <a:ea typeface="HK Grotesk"/>
                <a:cs typeface="HK Grotesk"/>
                <a:sym typeface="HK Grotesk"/>
              </a:rPr>
              <a:t>Bland, lifeless interfaces feel like a chore — not something people choose.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316962" y="6238744"/>
            <a:ext cx="6300742" cy="4410519"/>
          </a:xfrm>
          <a:custGeom>
            <a:avLst/>
            <a:gdLst/>
            <a:ahLst/>
            <a:cxnLst/>
            <a:rect l="l" t="t" r="r" b="b"/>
            <a:pathLst>
              <a:path w="6300742" h="4410519">
                <a:moveTo>
                  <a:pt x="0" y="0"/>
                </a:moveTo>
                <a:lnTo>
                  <a:pt x="6300742" y="0"/>
                </a:lnTo>
                <a:lnTo>
                  <a:pt x="6300742" y="4410519"/>
                </a:lnTo>
                <a:lnTo>
                  <a:pt x="0" y="44105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5962734" y="1902123"/>
            <a:ext cx="4650532" cy="4336621"/>
          </a:xfrm>
          <a:custGeom>
            <a:avLst/>
            <a:gdLst/>
            <a:ahLst/>
            <a:cxnLst/>
            <a:rect l="l" t="t" r="r" b="b"/>
            <a:pathLst>
              <a:path w="4650532" h="4336621">
                <a:moveTo>
                  <a:pt x="0" y="0"/>
                </a:moveTo>
                <a:lnTo>
                  <a:pt x="4650532" y="0"/>
                </a:lnTo>
                <a:lnTo>
                  <a:pt x="4650532" y="4336621"/>
                </a:lnTo>
                <a:lnTo>
                  <a:pt x="0" y="43366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00109">
            <a:off x="1028700" y="1028700"/>
            <a:ext cx="16230600" cy="12862750"/>
          </a:xfrm>
          <a:custGeom>
            <a:avLst/>
            <a:gdLst/>
            <a:ahLst/>
            <a:cxnLst/>
            <a:rect l="l" t="t" r="r" b="b"/>
            <a:pathLst>
              <a:path w="16230600" h="12862750">
                <a:moveTo>
                  <a:pt x="0" y="0"/>
                </a:moveTo>
                <a:lnTo>
                  <a:pt x="16230600" y="0"/>
                </a:lnTo>
                <a:lnTo>
                  <a:pt x="16230600" y="12862750"/>
                </a:lnTo>
                <a:lnTo>
                  <a:pt x="0" y="128627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2533488" y="3335625"/>
            <a:ext cx="4217687" cy="4149150"/>
          </a:xfrm>
          <a:custGeom>
            <a:avLst/>
            <a:gdLst/>
            <a:ahLst/>
            <a:cxnLst/>
            <a:rect l="l" t="t" r="r" b="b"/>
            <a:pathLst>
              <a:path w="4217687" h="4149150">
                <a:moveTo>
                  <a:pt x="0" y="0"/>
                </a:moveTo>
                <a:lnTo>
                  <a:pt x="4217687" y="0"/>
                </a:lnTo>
                <a:lnTo>
                  <a:pt x="4217687" y="4149150"/>
                </a:lnTo>
                <a:lnTo>
                  <a:pt x="0" y="41491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5988573" y="5375850"/>
            <a:ext cx="4217687" cy="4149150"/>
          </a:xfrm>
          <a:custGeom>
            <a:avLst/>
            <a:gdLst/>
            <a:ahLst/>
            <a:cxnLst/>
            <a:rect l="l" t="t" r="r" b="b"/>
            <a:pathLst>
              <a:path w="4217687" h="4149150">
                <a:moveTo>
                  <a:pt x="0" y="0"/>
                </a:moveTo>
                <a:lnTo>
                  <a:pt x="4217687" y="0"/>
                </a:lnTo>
                <a:lnTo>
                  <a:pt x="4217687" y="4149150"/>
                </a:lnTo>
                <a:lnTo>
                  <a:pt x="0" y="41491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2706188" y="5375850"/>
            <a:ext cx="4217687" cy="4149150"/>
          </a:xfrm>
          <a:custGeom>
            <a:avLst/>
            <a:gdLst/>
            <a:ahLst/>
            <a:cxnLst/>
            <a:rect l="l" t="t" r="r" b="b"/>
            <a:pathLst>
              <a:path w="4217687" h="4149150">
                <a:moveTo>
                  <a:pt x="0" y="0"/>
                </a:moveTo>
                <a:lnTo>
                  <a:pt x="4217687" y="0"/>
                </a:lnTo>
                <a:lnTo>
                  <a:pt x="4217687" y="4149150"/>
                </a:lnTo>
                <a:lnTo>
                  <a:pt x="0" y="41491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9360423" y="3241285"/>
            <a:ext cx="4217687" cy="4149150"/>
          </a:xfrm>
          <a:custGeom>
            <a:avLst/>
            <a:gdLst/>
            <a:ahLst/>
            <a:cxnLst/>
            <a:rect l="l" t="t" r="r" b="b"/>
            <a:pathLst>
              <a:path w="4217687" h="4149150">
                <a:moveTo>
                  <a:pt x="0" y="0"/>
                </a:moveTo>
                <a:lnTo>
                  <a:pt x="4217687" y="0"/>
                </a:lnTo>
                <a:lnTo>
                  <a:pt x="4217687" y="4149150"/>
                </a:lnTo>
                <a:lnTo>
                  <a:pt x="0" y="41491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1114770">
            <a:off x="4439816" y="8398979"/>
            <a:ext cx="1087928" cy="579322"/>
          </a:xfrm>
          <a:custGeom>
            <a:avLst/>
            <a:gdLst/>
            <a:ahLst/>
            <a:cxnLst/>
            <a:rect l="l" t="t" r="r" b="b"/>
            <a:pathLst>
              <a:path w="1087928" h="579322">
                <a:moveTo>
                  <a:pt x="0" y="0"/>
                </a:moveTo>
                <a:lnTo>
                  <a:pt x="1087928" y="0"/>
                </a:lnTo>
                <a:lnTo>
                  <a:pt x="1087928" y="579321"/>
                </a:lnTo>
                <a:lnTo>
                  <a:pt x="0" y="57932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rot="-1152329">
            <a:off x="14438638" y="4031942"/>
            <a:ext cx="1087928" cy="579322"/>
          </a:xfrm>
          <a:custGeom>
            <a:avLst/>
            <a:gdLst/>
            <a:ahLst/>
            <a:cxnLst/>
            <a:rect l="l" t="t" r="r" b="b"/>
            <a:pathLst>
              <a:path w="1087928" h="579322">
                <a:moveTo>
                  <a:pt x="0" y="0"/>
                </a:moveTo>
                <a:lnTo>
                  <a:pt x="1087928" y="0"/>
                </a:lnTo>
                <a:lnTo>
                  <a:pt x="1087928" y="579321"/>
                </a:lnTo>
                <a:lnTo>
                  <a:pt x="0" y="57932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2920385" y="1742685"/>
            <a:ext cx="13767415" cy="1231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204A2C"/>
                </a:solidFill>
                <a:latin typeface="Funtastic"/>
                <a:ea typeface="Funtastic"/>
                <a:cs typeface="Funtastic"/>
                <a:sym typeface="Funtastic"/>
              </a:rPr>
              <a:t>StayFit makes it a game.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277041" y="4759960"/>
            <a:ext cx="2730582" cy="1809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99"/>
              </a:lnSpc>
            </a:pPr>
            <a:r>
              <a:rPr lang="en-US" sz="4499">
                <a:solidFill>
                  <a:srgbClr val="204A2C"/>
                </a:solidFill>
                <a:latin typeface="Funtastic"/>
                <a:ea typeface="Funtastic"/>
                <a:cs typeface="Funtastic"/>
                <a:sym typeface="Funtastic"/>
              </a:rPr>
              <a:t>Daily Quests</a:t>
            </a:r>
          </a:p>
          <a:p>
            <a:pPr algn="ctr">
              <a:lnSpc>
                <a:spcPts val="4499"/>
              </a:lnSpc>
            </a:pPr>
            <a:endParaRPr lang="en-US" sz="4499">
              <a:solidFill>
                <a:srgbClr val="204A2C"/>
              </a:solidFill>
              <a:latin typeface="Funtastic"/>
              <a:ea typeface="Funtastic"/>
              <a:cs typeface="Funtastic"/>
              <a:sym typeface="Funtastic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579725" y="6800185"/>
            <a:ext cx="3035382" cy="1809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99"/>
              </a:lnSpc>
            </a:pPr>
            <a:r>
              <a:rPr lang="en-US" sz="4499">
                <a:solidFill>
                  <a:srgbClr val="204A2C"/>
                </a:solidFill>
                <a:latin typeface="Funtastic"/>
                <a:ea typeface="Funtastic"/>
                <a:cs typeface="Funtastic"/>
                <a:sym typeface="Funtastic"/>
              </a:rPr>
              <a:t>Ranks &amp; Badges</a:t>
            </a:r>
          </a:p>
          <a:p>
            <a:pPr algn="ctr">
              <a:lnSpc>
                <a:spcPts val="4499"/>
              </a:lnSpc>
            </a:pPr>
            <a:endParaRPr lang="en-US" sz="4499">
              <a:solidFill>
                <a:srgbClr val="204A2C"/>
              </a:solidFill>
              <a:latin typeface="Funtastic"/>
              <a:ea typeface="Funtastic"/>
              <a:cs typeface="Funtastic"/>
              <a:sym typeface="Funtastic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3247063" y="6800185"/>
            <a:ext cx="3135937" cy="2371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99"/>
              </a:lnSpc>
            </a:pPr>
            <a:r>
              <a:rPr lang="en-US" sz="4499">
                <a:solidFill>
                  <a:srgbClr val="204A2C"/>
                </a:solidFill>
                <a:latin typeface="Funtastic"/>
                <a:ea typeface="Funtastic"/>
                <a:cs typeface="Funtastic"/>
                <a:sym typeface="Funtastic"/>
              </a:rPr>
              <a:t>AI Personalisation</a:t>
            </a:r>
          </a:p>
          <a:p>
            <a:pPr algn="ctr">
              <a:lnSpc>
                <a:spcPts val="4499"/>
              </a:lnSpc>
            </a:pPr>
            <a:endParaRPr lang="en-US" sz="4499">
              <a:solidFill>
                <a:srgbClr val="204A2C"/>
              </a:solidFill>
              <a:latin typeface="Funtastic"/>
              <a:ea typeface="Funtastic"/>
              <a:cs typeface="Funtastic"/>
              <a:sym typeface="Funtastic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932525" y="4862513"/>
            <a:ext cx="3073482" cy="685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99"/>
              </a:lnSpc>
            </a:pPr>
            <a:r>
              <a:rPr lang="en-US" sz="4499">
                <a:solidFill>
                  <a:srgbClr val="204A2C"/>
                </a:solidFill>
                <a:latin typeface="Funtastic"/>
                <a:ea typeface="Funtastic"/>
                <a:cs typeface="Funtastic"/>
                <a:sym typeface="Funtastic"/>
              </a:rPr>
              <a:t>Stars &amp; XP</a:t>
            </a:r>
          </a:p>
        </p:txBody>
      </p:sp>
      <p:sp>
        <p:nvSpPr>
          <p:cNvPr id="17" name="Freeform 17"/>
          <p:cNvSpPr/>
          <p:nvPr/>
        </p:nvSpPr>
        <p:spPr>
          <a:xfrm rot="-950398">
            <a:off x="2630914" y="1543180"/>
            <a:ext cx="456727" cy="777408"/>
          </a:xfrm>
          <a:custGeom>
            <a:avLst/>
            <a:gdLst/>
            <a:ahLst/>
            <a:cxnLst/>
            <a:rect l="l" t="t" r="r" b="b"/>
            <a:pathLst>
              <a:path w="456727" h="777408">
                <a:moveTo>
                  <a:pt x="0" y="0"/>
                </a:moveTo>
                <a:lnTo>
                  <a:pt x="456727" y="0"/>
                </a:lnTo>
                <a:lnTo>
                  <a:pt x="456727" y="777408"/>
                </a:lnTo>
                <a:lnTo>
                  <a:pt x="0" y="77740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65861" y="-2842857"/>
            <a:ext cx="7752806" cy="7743115"/>
          </a:xfrm>
          <a:custGeom>
            <a:avLst/>
            <a:gdLst/>
            <a:ahLst/>
            <a:cxnLst/>
            <a:rect l="l" t="t" r="r" b="b"/>
            <a:pathLst>
              <a:path w="7752806" h="7743115">
                <a:moveTo>
                  <a:pt x="0" y="0"/>
                </a:moveTo>
                <a:lnTo>
                  <a:pt x="7752806" y="0"/>
                </a:lnTo>
                <a:lnTo>
                  <a:pt x="7752806" y="7743114"/>
                </a:lnTo>
                <a:lnTo>
                  <a:pt x="0" y="77431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2414425" y="6447186"/>
            <a:ext cx="9689751" cy="9120478"/>
          </a:xfrm>
          <a:custGeom>
            <a:avLst/>
            <a:gdLst/>
            <a:ahLst/>
            <a:cxnLst/>
            <a:rect l="l" t="t" r="r" b="b"/>
            <a:pathLst>
              <a:path w="9689751" h="9120478">
                <a:moveTo>
                  <a:pt x="0" y="0"/>
                </a:moveTo>
                <a:lnTo>
                  <a:pt x="9689750" y="0"/>
                </a:lnTo>
                <a:lnTo>
                  <a:pt x="9689750" y="9120478"/>
                </a:lnTo>
                <a:lnTo>
                  <a:pt x="0" y="91204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2741388" y="182262"/>
            <a:ext cx="11554556" cy="9922475"/>
          </a:xfrm>
          <a:custGeom>
            <a:avLst/>
            <a:gdLst/>
            <a:ahLst/>
            <a:cxnLst/>
            <a:rect l="l" t="t" r="r" b="b"/>
            <a:pathLst>
              <a:path w="11554556" h="9922475">
                <a:moveTo>
                  <a:pt x="0" y="0"/>
                </a:moveTo>
                <a:lnTo>
                  <a:pt x="11554557" y="0"/>
                </a:lnTo>
                <a:lnTo>
                  <a:pt x="11554557" y="9922476"/>
                </a:lnTo>
                <a:lnTo>
                  <a:pt x="0" y="99224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289030">
            <a:off x="14019253" y="1338827"/>
            <a:ext cx="2729728" cy="6740069"/>
          </a:xfrm>
          <a:custGeom>
            <a:avLst/>
            <a:gdLst/>
            <a:ahLst/>
            <a:cxnLst/>
            <a:rect l="l" t="t" r="r" b="b"/>
            <a:pathLst>
              <a:path w="2729728" h="6740069">
                <a:moveTo>
                  <a:pt x="0" y="0"/>
                </a:moveTo>
                <a:lnTo>
                  <a:pt x="2729728" y="0"/>
                </a:lnTo>
                <a:lnTo>
                  <a:pt x="2729728" y="6740069"/>
                </a:lnTo>
                <a:lnTo>
                  <a:pt x="0" y="674006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-285015">
            <a:off x="219774" y="4291694"/>
            <a:ext cx="3377663" cy="5447844"/>
          </a:xfrm>
          <a:custGeom>
            <a:avLst/>
            <a:gdLst/>
            <a:ahLst/>
            <a:cxnLst/>
            <a:rect l="l" t="t" r="r" b="b"/>
            <a:pathLst>
              <a:path w="3377663" h="5447844">
                <a:moveTo>
                  <a:pt x="0" y="0"/>
                </a:moveTo>
                <a:lnTo>
                  <a:pt x="3377663" y="0"/>
                </a:lnTo>
                <a:lnTo>
                  <a:pt x="3377663" y="5447844"/>
                </a:lnTo>
                <a:lnTo>
                  <a:pt x="0" y="544784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-950398">
            <a:off x="4088111" y="2787958"/>
            <a:ext cx="456727" cy="777408"/>
          </a:xfrm>
          <a:custGeom>
            <a:avLst/>
            <a:gdLst/>
            <a:ahLst/>
            <a:cxnLst/>
            <a:rect l="l" t="t" r="r" b="b"/>
            <a:pathLst>
              <a:path w="456727" h="777408">
                <a:moveTo>
                  <a:pt x="0" y="0"/>
                </a:moveTo>
                <a:lnTo>
                  <a:pt x="456727" y="0"/>
                </a:lnTo>
                <a:lnTo>
                  <a:pt x="456727" y="777408"/>
                </a:lnTo>
                <a:lnTo>
                  <a:pt x="0" y="77740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3591855">
            <a:off x="7021289" y="3700293"/>
            <a:ext cx="3515705" cy="5247320"/>
          </a:xfrm>
          <a:custGeom>
            <a:avLst/>
            <a:gdLst/>
            <a:ahLst/>
            <a:cxnLst/>
            <a:rect l="l" t="t" r="r" b="b"/>
            <a:pathLst>
              <a:path w="3515705" h="5247320">
                <a:moveTo>
                  <a:pt x="0" y="0"/>
                </a:moveTo>
                <a:lnTo>
                  <a:pt x="3515704" y="0"/>
                </a:lnTo>
                <a:lnTo>
                  <a:pt x="3515704" y="5247321"/>
                </a:lnTo>
                <a:lnTo>
                  <a:pt x="0" y="524732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3669583" y="3476961"/>
            <a:ext cx="9698167" cy="1231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204A2C"/>
                </a:solidFill>
                <a:latin typeface="Funtastic"/>
                <a:ea typeface="Funtastic"/>
                <a:cs typeface="Funtastic"/>
                <a:sym typeface="Funtastic"/>
              </a:rPr>
              <a:t>Lets start the demo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82</Words>
  <Application>Microsoft Office PowerPoint</Application>
  <PresentationFormat>Custom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Funtastic</vt:lpstr>
      <vt:lpstr>Arial</vt:lpstr>
      <vt:lpstr>HK Grotesk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By FV team</dc:title>
  <cp:lastModifiedBy>Aleksandar Dyanov</cp:lastModifiedBy>
  <cp:revision>3</cp:revision>
  <dcterms:created xsi:type="dcterms:W3CDTF">2006-08-16T00:00:00Z</dcterms:created>
  <dcterms:modified xsi:type="dcterms:W3CDTF">2026-02-22T10:41:05Z</dcterms:modified>
  <dc:identifier>DAHCCZKKf2s</dc:identifier>
</cp:coreProperties>
</file>